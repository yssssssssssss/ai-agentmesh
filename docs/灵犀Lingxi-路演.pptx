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规模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</c:v>
                </c:pt>
                <c:pt idx="1">
                  <c:v>1300</c:v>
                </c:pt>
                <c:pt idx="2">
                  <c:v>1720</c:v>
                </c:pt>
                <c:pt idx="3">
                  <c:v>2250</c:v>
                </c:pt>
                <c:pt idx="4">
                  <c:v>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检索取证</c:v>
                  </c:pt>
                  <c:pt idx="1">
                    <c:v>文档/复盘</c:v>
                  </c:pt>
                  <c:pt idx="2">
                    <c:v>会议纪要</c:v>
                  </c:pt>
                  <c:pt idx="3">
                    <c:v>上下文重建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2F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B4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开场问一句:你团队最资深的人明天离职,他脑子里的经验能留下多少?几乎为零。灵犀,取意心有灵犀,为每位员工造一个数字分身,让组织智能自主生长。今天我从市场、产品技术、和它带来的颠覆三个层面讲。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共鸣场景:设计师大量时间花在找资料、写文档、开会、重建上下文,都不是创造性工作。做完还留不下东西——经验没沉淀、协作靠人肉、知识随人走。这是所有知识型组织的结构性损耗。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抽象成三层:经验流失、协作低效、知识不复用。根因一句话——工具都在帮人做事,却没人帮组织记住和协同。灵犀补的就是这一层。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为什么是现在?三股浪潮汇聚:一是Agent技术成熟,从demo走向生产;二是企业AI预算从试点转为规模投入;三是'数字员工'成为组织共识。窗口期已经打开——谁先做出可信的组织级数字分身,谁定义下一代工作方式。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有多大?TAM——全球企业级AI软件2028年约2800亿美元,年增速30%左右。SAM——数字员工/Agent协同这个细分约500亿美元级。SOM——我们从设计、研发、运营这类知识密集团队切入,自上而下渗透。这些是行业估算口径。柱状图看趋势:未来几年翻倍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竞争格局。横向五个维度:个人提效、组织记忆、自主协同、可追溯可信、领域落地。通用Copilot强在个人提效但不沉淀组织记忆;知识检索强在查找弱在执行;Agent平台能搭但缺组织级治理;IM+AI是入口但没有分身和记忆飞轮。灵犀是唯一五个维度全部命中的。我们不是多做一点,是把别人各解的一半拼成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把它画成象限。横轴从个人提效到组织智能,纵轴从被动工具到自主协同。现有玩家都集中在左下和中间。灵犀在右上角——既让组织更聪明,又能主动协同。这是一片还没人真正占据的位置。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解法一句话:给每位员工一个数字分身。三个支柱——分身代表员工、分身之间自主协同、经验沉淀进三级记忆。记住这三个词。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数字分身不是聊天机器人,是数字员工。四要素:身份(绑定真人和权限)、画像(像这个人)、记忆(人格+工作内存)、授权(能干什么)。核心原则:主动但不越权,改变组织事实的都要人确认。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架构一句话:分身在中间,能力在两翼,记忆和治理在底层。PostgreSQL单一事实源。我们刻意不用重型Agent框架,自主性由清晰的服务实现,工程可控,也更容易过安全合规。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亮点,六个,构成护城河。落盘式自主运行时——分身执行可回放、重启存活,不靠内存队列;A2A协同协议——分身间结构化消息可回放,不是黑盒;三级记忆治理引擎;可信来源引擎——严禁伪造引用;风险四信号自动拦截;能力注册授权。关键:护城河不在单点模型,而在可信的组织级运行机制,这需要工程和产品深度耦合,不好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六大通用能力,分身按需调用,像雇佣专家。注册+授权:新增能力不改主流程,高危默认关闭。能力可以无限扩展而不失控。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三级记忆:个人跟人走、项目共享、团队跨项目复用。组成飞轮:分身工作产出候选,人确认就沉淀,反哺下一次。转越久组织越聪明。团队记忆必须负责人确认。这是灵犀最大的价值——经验第一次真正属于组织。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分身之间用协同协议交流:请求、证据、交接、决策提案。这就是心有灵犀——不用人拉群开会,分身自己把活儿分派交接了。但全程绑定项目、可回放,产物一律候选,高危动作进风险审核。自主但可控。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信引擎是灵犀的技术核心之一。任何一条分身产出,走五步:绑定来源→风险审核→人审→沉淀+审计。每个结论都能回答从哪来、谁确认、能否撤回。这是企业敢把AI用在正式决策上的前提,也是我们和市面通用助手最本质的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功能升级,是范式转移。过去以人为中心:工具被动、经验在个人脑子里、协作靠开会、AI是外挂、知识随人流失。灵犀范式以分身为中心:分身主动协同、经验成组织资产、协作在分身间自动完成、AI是组织底座、知识永久留存。这才是真正的颠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落到具体场景,颠覆有多大?竞品调研:半天变20分钟;会议决策:留存率从0到100%,再也不丢;新人融入:8周缩到5周。这些不是把旧流程加速一点,是让'必须人来做的事'变成'分身自动完成、人只确认'。量级的变化。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串一遍日常:需求进入→自主取证→生成带来源候选→人确认沉淀→复盘提升团队记忆。覆盖设计前中后全周期,每个结论可回查来源和确认人。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价值量化,测算口径。300人组织人均每周省6小时,一年释放约43个FTE等效产能;重复调研减30%;新人8周缩到5周。柱状图是6小时怎么来的。数字按贵司真实规模可替换。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益与商业化。左边价值侧:产能释放千万级、质量提升、知识资产复利、投入低回收快。右边商业化三步走:先做内部平台跑通标杆,再SaaS或私有化对外输出按分身计费,最后能力市场+记忆联邦做平台生态。从省钱到变现,路径清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企业最大顾虑是不敢用。三条红线:AI不是事实源、团队记忆必须人审、连接器只读。差异化不是能力更强,而是可信。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行性:不是从零冒险。DesignOS验证了项目上下文、记忆治理、来源追踪、人审、画像、会议;AgentMesh验证了多Agent协同、工具授权、风险信号。灵犀继承被验证的机制,只新增数字分身运行时。单一技术栈无重型框架,黑客松周期能交付核心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路线图:黑客松MVP→单团队试点→分身协同→受控自主→平台化。终局是企业的组织操作系统,每位员工都有分身,组织智能在可信底座上自主生长。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结语:灵犀,每个人一个数字分身,组织智能自主生长。主动而不越权,可追溯可撤回,越用越聪明。让我们把时间还给创造。谢谢!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91440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55448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92024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26517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20116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2834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0497312" y="987552"/>
            <a:ext cx="658368" cy="566928"/>
          </a:xfrm>
          <a:prstGeom prst="line">
            <a:avLst/>
          </a:prstGeom>
          <a:noFill/>
          <a:ln w="12700">
            <a:solidFill>
              <a:srgbClr val="4C4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1993392"/>
            <a:ext cx="822960" cy="658368"/>
          </a:xfrm>
          <a:prstGeom prst="line">
            <a:avLst/>
          </a:prstGeom>
          <a:noFill/>
          <a:ln w="12700">
            <a:solidFill>
              <a:srgbClr val="4C46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54512" y="1627632"/>
            <a:ext cx="566928" cy="384048"/>
          </a:xfrm>
          <a:prstGeom prst="line">
            <a:avLst/>
          </a:prstGeom>
          <a:noFill/>
          <a:ln w="12700">
            <a:solidFill>
              <a:srgbClr val="4C4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17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8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N G X 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员工数字分身与自主协同平台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68680" y="3858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每个人一个数字分身,组织智能自主生长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4937760" cy="502920"/>
          </a:xfrm>
          <a:prstGeom prst="roundRect">
            <a:avLst>
              <a:gd name="adj" fmla="val 49091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92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数字员工时代的组织操作系统 · 2026 黑客松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一个设计师的一天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真正做设计的时间,</a:t>
            </a:r>
            <a:pPr indent="0" marL="0">
              <a:buNone/>
            </a:pPr>
            <a:r>
              <a:rPr lang="en-US" sz="3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不到 40%</a:t>
            </a:r>
            <a:pPr indent="0" marL="0">
              <a:buNone/>
            </a:pPr>
            <a:r>
              <a:rPr lang="en-US" sz="33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。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78892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9946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找资料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翻竞品、找案例、查规范——重复且难复用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278892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946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写文档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703320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需求分析、策略、复盘,反复手写结构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78892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9946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开会对齐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537960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纪要靠记忆,决策与风险散落聊天记录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14400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278892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946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重建上下文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372600" y="4297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换项目、被打断,又从头拼凑背景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经验没沉淀 · 协作靠人肉 · 知识随人走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组织每天在流失三样最贵的东西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经验流失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828800" y="2395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个人的判断、方法、踩过的坑,离职即清零,新人从零试错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218688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538728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69874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19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协作低效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828800" y="38770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跨人对齐靠会议和聊天,信息在人与人之间反复搬运、失真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4700016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2005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518007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01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知识不复用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828800" y="535838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同类调研、同类文档被反复重做,组织没有累积效应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根因:</a:t>
            </a:r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工具帮人「做事」,却没人帮组织「记住」和「协同」。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为什么是现在:三股浪潮正在汇聚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技术成熟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 + 工具调用 + 多 Agent 协同,从 Demo 走向可生产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18288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18988" y="2194560"/>
            <a:ext cx="914400" cy="9144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企业 AI 预算爆发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36008" y="37947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企业把 AI 从试点转为规模化投入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429000" cy="310896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0596" y="219456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196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数字员工兴起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57616" y="37947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「Digital Workforce / AI 员工」成为组织新共识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E1B4B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窗口期: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谁先做出「可信的组织级数字分身」,谁就定义下一代工作方式。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一个正在爆发的万亿级市场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EDE9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$2,800 亿+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· 全球企业级 AI 软件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644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2028E,年复合增速约 30%(行业估算)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CCFB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2057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 亿+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98848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· 数字员工 / Agent 协同平台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2644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中大型企业的组织级 AI 协同层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0456" y="2057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首发切入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0456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· 知识密集团队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32644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 / 研发 / 运营,自上而下渗透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市场规模(亿美元,估算示意)</a:t>
            </a:r>
            <a:endParaRPr lang="en-US" sz="12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4526280"/>
          <a:ext cx="110642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现有方案各解一半,没人做「组织级可信分身」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82496"/>
                <a:gridCol w="1682496"/>
                <a:gridCol w="1682496"/>
                <a:gridCol w="1682496"/>
                <a:gridCol w="168249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能力维度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通用 Copilot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知识检索(Glean 类)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Agent 搭建平台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 + AI(飞书/钉钉)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灵犀 Lingxi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</a:rPr>
                        <a:t>个人提效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</a:rPr>
                        <a:t>组织记忆沉淀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</a:rPr>
                        <a:t>分身自主协同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</a:rPr>
                        <a:t>结论可追溯可信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</a:rPr>
                        <a:t>领域深度落地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具备   ~ 部分   ✗ 缺失   |   灵犀是唯一在五个维度全部命中的方案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灵犀的位置:组织智能 × 自主协同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78638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771900"/>
            <a:ext cx="7863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783080"/>
            <a:ext cx="0" cy="3977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37536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个人提效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37536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组织智能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自主协同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5422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被动工具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2971" y="4546397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9155" y="475670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 Copilot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3909" y="406908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400093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知识检索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273552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5815584" y="3483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平台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870198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9624" y="408051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+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03997" y="2163470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3" y="229148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37069" y="269382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0" y="29260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我们在右上角: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不止让个人更快,更让组织更聪明;不止被动等指令,更能主动协同。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我们的解法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给每位员工一个数字分身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让它们调用通用能力、彼此自主协同、把经验沉淀进三级记忆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411480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43091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数字分身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5422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代表员工:有身份、画像、记忆、授权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379476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4114800"/>
            <a:ext cx="777240" cy="7772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43091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自主协同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892040" y="5422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分身像同事一样交流、分派、交接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379476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411480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390" y="43091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三级记忆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641080" y="5422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 / 项目 / 团队,越用越聪明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DIGITAL TWIN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数字分身:一个有记忆、会干活的「数字员工」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937760" cy="4480560"/>
          </a:xfrm>
          <a:prstGeom prst="roundRect">
            <a:avLst>
              <a:gd name="adj" fmla="val 285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14600" y="2148840"/>
            <a:ext cx="1188720" cy="11887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1780" y="24460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员工 A 的分身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3977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继承本人的画像与经验,权限不超过本人;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代其在项目里理解任务、调用能力、协同、产出候选。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5257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主动,但不越权:改变组织事实的节点,都停在「人确认」。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0" y="1737360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975104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122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8836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身份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903720" y="22677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绑定真实员工与角色权限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943600" y="2889504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3127248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644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30358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画像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903720" y="34198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行为画像:擅长领域、协作风格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943600" y="4041648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27939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4165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1879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903720" y="4572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个人偏好为人格,会话为工作内存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943600" y="5193792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72200" y="5431536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5686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03720" y="5340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授权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6903720" y="5724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能调用哪些能力,与角色对齐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核心能力架构:分身在中间,能力在两翼,记忆在底层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接入 · 数字分身层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 → 分身运行时(意图规划 · 能力编排 · A2A 协同)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3090672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447288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630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通用能力层 · 项目上下文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1056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· 数据 · 生成 · 会议 · 风险 · 记忆  →  一切绑定项目、可追溯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47091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065776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52486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三级记忆 + 治理护栏 + 数据事实源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57241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个人/项目/团队记忆 · 人审 Inbox · 风险规则 · 审计 · PostgreSQL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原则:能力先注册再授权 · 高危默认不开放 · 外部连接器只读 · 无重型 Agent 框架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MOAT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六个技术亮点,构成别人抄不走的护城河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65960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05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落盘式自主运行时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824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分身执行入库→后台跑→写回,可回放、跨实例、重启存活;不靠内存队列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1965960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305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协同协议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54296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分身间结构化消息,绑定项目、全程可回放,而非黑盒编排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96596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305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三级记忆治理引擎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30768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来源事件→抽取→策略→候选→确认,形成可控飞轮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" y="4005072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1696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可信来源引擎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77824" y="46908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结论绑定来源,引用状态显式,严禁伪造引用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4296" y="4005072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16966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风险四信号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54296" y="46908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 / 来源策略 / 高危工具 / 需人批准,自动拦截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005072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16966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44584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能力注册 + 授权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430768" y="46908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能力市场化,高危默认关闭,可无限扩展不失控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护城河不在单点模型,而在「可信的组织级运行机制」——这需要工程与产品的深度耦合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通用能力市场:分身可「雇佣」的六位专家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9968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2201418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检索能力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 / 案例 / 用研 / 规范检索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29968"/>
            <a:ext cx="685800" cy="6858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220141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数据能力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58968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上线指标 / AB / 评论 / BI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83296" y="1737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029968"/>
            <a:ext cx="685800" cy="6858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220141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生成能力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180576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/ 策略 / 全周期文档 / 复盘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767328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059936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2" y="4231386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会议能力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173736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实时转写 / 语义抽取 / 建议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61688" y="3767328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59936"/>
            <a:ext cx="685800" cy="6858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70" y="4231386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风险能力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5458968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注入检测 / 来源策略 / 高危审查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83296" y="3767328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059936"/>
            <a:ext cx="685800" cy="6858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778" y="4231386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记忆能力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9180576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三级记忆读写 / 候选 / 检索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 = 注册 + 授权:新增能力不改主流程,高危能力默认对普通分身关闭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FLYWHEEL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三级记忆飞轮:组织越用越聪明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017520" cy="2743200"/>
          </a:xfrm>
          <a:prstGeom prst="roundRect">
            <a:avLst>
              <a:gd name="adj" fmla="val 466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33172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个人记忆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858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偏好·习惯·方法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跟随员工跨项目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315468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26280" y="2011680"/>
            <a:ext cx="3017520" cy="2743200"/>
          </a:xfrm>
          <a:prstGeom prst="roundRect">
            <a:avLst>
              <a:gd name="adj" fmla="val 4667"/>
            </a:avLst>
          </a:prstGeom>
          <a:solidFill>
            <a:srgbClr val="CCFB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77840" y="2331720"/>
            <a:ext cx="914400" cy="9144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60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项目记忆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754880" y="3858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需求·决策·风险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项目成员分身共享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315468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412480" y="2011680"/>
            <a:ext cx="3017520" cy="2743200"/>
          </a:xfrm>
          <a:prstGeom prst="roundRect">
            <a:avLst>
              <a:gd name="adj" fmla="val 4667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64040" y="233172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5603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953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团队记忆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8641080" y="38587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方法论·模式·经验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1B4B"/>
          </a:solidFill>
          <a:ln/>
        </p:spPr>
      </p:sp>
      <p:sp>
        <p:nvSpPr>
          <p:cNvPr id="22" name="Text 15"/>
          <p:cNvSpPr/>
          <p:nvPr/>
        </p:nvSpPr>
        <p:spPr>
          <a:xfrm>
            <a:off x="914400" y="5257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飞轮: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分身工作 → 产出候选 → 人确认 → 沉淀记忆 → 反哺下一次分身工作。</a:t>
            </a:r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经验第一次真正属于组织,而不是个人。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COLLABORATION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分身自主协同:像同事一样交流与交接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188720" cy="11887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5831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设计师分身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966960" y="2286000"/>
            <a:ext cx="1188720" cy="11887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0" y="258318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数据/需求方分身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880360" y="1965960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63240" y="2249424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>
            <a:off x="3429000" y="20665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 请求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38658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需要竞品与上线指标支撑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880360" y="2898648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63240" y="318211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2"/>
          <p:cNvSpPr/>
          <p:nvPr/>
        </p:nvSpPr>
        <p:spPr>
          <a:xfrm>
            <a:off x="3429000" y="2999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 证据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29000" y="33192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回传数据 + 案例,归一化为来源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880360" y="3831336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63240" y="411480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342900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 交接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2900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把证据交给生成能力产出草案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2880360" y="4764024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063240" y="5047488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0"/>
          <p:cNvSpPr/>
          <p:nvPr/>
        </p:nvSpPr>
        <p:spPr>
          <a:xfrm>
            <a:off x="3429000" y="48646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 决策提案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3429000" y="51846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结论作为候选,提交人确认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所有协同绑定项目、进时间线、可回放;协同产物一律候选,高危动作自动进风险审核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可信引擎:每个结论都能回答从哪来、谁确认、能否撤回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514600"/>
            <a:ext cx="768096" cy="768096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27066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47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分身产出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3904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 + 草案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320040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71216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0148" y="2514600"/>
            <a:ext cx="768096" cy="76809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172" y="270662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62656" y="3447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来源绑定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2980944" y="3904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引用不可伪造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20040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02352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01284" y="2514600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706624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93792" y="3447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风险审核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5212080" y="3904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四信号自动拦截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200400"/>
            <a:ext cx="365760" cy="365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33488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32420" y="2514600"/>
            <a:ext cx="768096" cy="768096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444" y="2706624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24928" y="3447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人审 Inbox</a:t>
            </a:r>
            <a:endParaRPr lang="en-US" sz="1550" dirty="0"/>
          </a:p>
        </p:txBody>
      </p:sp>
      <p:sp>
        <p:nvSpPr>
          <p:cNvPr id="26" name="Text 17"/>
          <p:cNvSpPr/>
          <p:nvPr/>
        </p:nvSpPr>
        <p:spPr>
          <a:xfrm>
            <a:off x="7443216" y="3904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候选确认才生效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3200400"/>
            <a:ext cx="365760" cy="3657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64624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63556" y="2514600"/>
            <a:ext cx="768096" cy="76809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5580" y="2706624"/>
            <a:ext cx="384048" cy="38404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56064" y="3447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沉淀 + 审计</a:t>
            </a:r>
            <a:endParaRPr lang="en-US" sz="1550" dirty="0"/>
          </a:p>
        </p:txBody>
      </p:sp>
      <p:sp>
        <p:nvSpPr>
          <p:cNvPr id="32" name="Text 21"/>
          <p:cNvSpPr/>
          <p:nvPr/>
        </p:nvSpPr>
        <p:spPr>
          <a:xfrm>
            <a:off x="9674352" y="3904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memory_events 全留痕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1B4B"/>
          </a:solidFill>
          <a:ln/>
        </p:spPr>
      </p:sp>
      <p:sp>
        <p:nvSpPr>
          <p:cNvPr id="34" name="Text 23"/>
          <p:cNvSpPr/>
          <p:nvPr/>
        </p:nvSpPr>
        <p:spPr>
          <a:xfrm>
            <a:off x="914400" y="5029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这是企业敢用 AI 的前提: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没有来源的结论进不了正式文档,团队记忆没人确认不生效,一切可撤回。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范式转移:从「工具帮人做事」到「分身帮组织成长」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78308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过去范式 · 以人为中心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灵犀范式 · 以分身为中心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7249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697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工具是被动的,等人操作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72491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75704" y="2697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分身是主动的,自主协同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38328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经验存在个人脑子里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38328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75704" y="3355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经验沉淀为组织资产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04164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3584" y="40142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协作靠人开会、拉群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04164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75704" y="40142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协作在分身间自动完成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700016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43584" y="467258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是外挂,用完即走</a:t>
            </a:r>
            <a:endParaRPr lang="en-US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4700016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775704" y="467258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是组织的底座</a:t>
            </a:r>
            <a:endParaRPr lang="en-US" sz="13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5358384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43584" y="53309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知识随人离职流失</a:t>
            </a:r>
            <a:endParaRPr lang="en-US" sz="13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5358384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775704" y="53309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知识确认即永久留存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三个场景的颠覆性变化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6596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21374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竞品调研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926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017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291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半天翻资料,人工整理成文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069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160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434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分身自动检索、带来源产出草案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小时 → 20 分钟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16552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72584" y="1965960"/>
            <a:ext cx="685800" cy="68580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034" y="2137410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68112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会议决策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4645152" y="2926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/>
        </p:spPr>
      </p:sp>
      <p:sp>
        <p:nvSpPr>
          <p:cNvPr id="20" name="Text 16"/>
          <p:cNvSpPr/>
          <p:nvPr/>
        </p:nvSpPr>
        <p:spPr>
          <a:xfrm>
            <a:off x="4782312" y="3017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82312" y="3291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纪要靠回忆,决策事后丢失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45152" y="4069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/>
        </p:spPr>
      </p:sp>
      <p:sp>
        <p:nvSpPr>
          <p:cNvPr id="23" name="Text 19"/>
          <p:cNvSpPr/>
          <p:nvPr/>
        </p:nvSpPr>
        <p:spPr>
          <a:xfrm>
            <a:off x="4782312" y="4160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灵犀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82312" y="4434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实时抽取决策/风险,自动沉淀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645152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决策留存 0 → 100%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193024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449056" y="1965960"/>
            <a:ext cx="685800" cy="6858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506" y="2137410"/>
            <a:ext cx="342900" cy="3429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244584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新人融入</a:t>
            </a:r>
            <a:endParaRPr lang="en-US" sz="1900" dirty="0"/>
          </a:p>
        </p:txBody>
      </p:sp>
      <p:sp>
        <p:nvSpPr>
          <p:cNvPr id="30" name="Shape 25"/>
          <p:cNvSpPr/>
          <p:nvPr/>
        </p:nvSpPr>
        <p:spPr>
          <a:xfrm>
            <a:off x="8421624" y="2926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/>
        </p:spPr>
      </p:sp>
      <p:sp>
        <p:nvSpPr>
          <p:cNvPr id="31" name="Text 26"/>
          <p:cNvSpPr/>
          <p:nvPr/>
        </p:nvSpPr>
        <p:spPr>
          <a:xfrm>
            <a:off x="8558784" y="3017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558784" y="3291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周靠问人、反复试错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421624" y="40690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/>
        </p:spPr>
      </p:sp>
      <p:sp>
        <p:nvSpPr>
          <p:cNvPr id="34" name="Text 29"/>
          <p:cNvSpPr/>
          <p:nvPr/>
        </p:nvSpPr>
        <p:spPr>
          <a:xfrm>
            <a:off x="8558784" y="4160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灵犀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558784" y="44348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分身+团队记忆即时调取经验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8421624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上手周期 8 → 5 周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LINGXI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典型日常流程:一个需求的端到端旅程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23591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16736" y="3063240"/>
            <a:ext cx="731520" cy="731520"/>
          </a:xfrm>
          <a:prstGeom prst="ellipse">
            <a:avLst/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3246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需求进入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3891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需求方上传 PRD,分身发起协同请求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43784" y="210312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359152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520440" y="3063240"/>
            <a:ext cx="731520" cy="731520"/>
          </a:xfrm>
          <a:prstGeom prst="ellipse">
            <a:avLst/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2461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53512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自主取证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80944" y="43891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分身调检索+数据能力,资料先过风险检查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47488" y="210312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33872" y="235915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5833872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724144" y="3063240"/>
            <a:ext cx="731520" cy="731520"/>
          </a:xfrm>
          <a:prstGeom prst="ellipse">
            <a:avLst/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32461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57216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生成候选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84648" y="43891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产出带来源的策略草案(候选,非事实)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51192" y="210312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37576" y="23591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2"/>
          <p:cNvSpPr/>
          <p:nvPr/>
        </p:nvSpPr>
        <p:spPr>
          <a:xfrm>
            <a:off x="8037576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7927848" y="3063240"/>
            <a:ext cx="731520" cy="731520"/>
          </a:xfrm>
          <a:prstGeom prst="ellipse">
            <a:avLst/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24612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人确认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88352" y="43891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进人审 Inbox,一键确认沉淀为项目记忆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454896" y="2103120"/>
            <a:ext cx="2084832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41280" y="2359152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28"/>
          <p:cNvSpPr/>
          <p:nvPr/>
        </p:nvSpPr>
        <p:spPr>
          <a:xfrm>
            <a:off x="1024128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10131552" y="3063240"/>
            <a:ext cx="731520" cy="731520"/>
          </a:xfrm>
          <a:prstGeom prst="ellipse">
            <a:avLst/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3246120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64624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复盘沉淀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592056" y="43891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上线数据回收,经验提升为团队记忆复用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设计前 → 设计中 → 设计后,全周期覆盖;每个结论都可回查来源与确认人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EFFICIENCY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对公司的价值:把时间还给创造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每人每周节省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检索/文档/纪要/上下文重建自动化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47872" y="182880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9312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8503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FTE 等效释放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30752" y="33101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300 人设计组织测算/年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55664" y="182880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92824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重复调研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38544" y="33101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同类工作靠记忆复用而非重做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63456" y="182880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54896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8→5 周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50061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新人上手周期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46336" y="33101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分身+团队记忆加速融入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测算假设:300 人设计组织 · 人均每周节省 6h · 47 工作周 ≈ 84,600 小时/年 ≈ 43 FTE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每周节省时间构成(小时/人)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5212080"/>
          <a:ext cx="110642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低投入、快回收,并具备清晰的商业化路径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343400"/>
          </a:xfrm>
          <a:prstGeom prst="roundRect">
            <a:avLst>
              <a:gd name="adj" fmla="val 2947"/>
            </a:avLst>
          </a:prstGeom>
          <a:solidFill>
            <a:srgbClr val="EDE9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年化价值 &amp; 回收(测算)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产能释放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98448" y="2816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 FTE × 人均成本 ≈ 千万级/年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558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310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质量提升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98448" y="3657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带来源结论 → 返工减少、决策更快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9709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4151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知识资产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98448" y="4498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团队记忆持续累积,复利增长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383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992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低投入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298448" y="5340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复用两个已验证项目,MVP 以周计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80760" y="1737360"/>
            <a:ext cx="5440680" cy="4343400"/>
          </a:xfrm>
          <a:prstGeom prst="roundRect">
            <a:avLst>
              <a:gd name="adj" fmla="val 294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3093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商业化路径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355080" y="251460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2656332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532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内部平台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7086600" y="2898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先在自有设计/研发团队跑通,沉淀标杆案例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55080" y="36576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3799332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3675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/ 私有化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086600" y="4041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对外输出订阅或私有部署,按分身数计费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355080" y="48006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4942332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86600" y="4818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能力开放</a:t>
            </a:r>
            <a:endParaRPr lang="en-US" sz="1550" dirty="0"/>
          </a:p>
        </p:txBody>
      </p:sp>
      <p:sp>
        <p:nvSpPr>
          <p:cNvPr id="31" name="Text 22"/>
          <p:cNvSpPr/>
          <p:nvPr/>
        </p:nvSpPr>
        <p:spPr>
          <a:xfrm>
            <a:off x="7086600" y="5184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能力市场 + 记忆联邦,做平台生态抽成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30936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从「省钱」到「变现」:先降本增效,再对外输出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TRUSTWORTHY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为什么企业敢用:三条不可逾越的红线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93976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5399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产出不是事实源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分身自主结论一律候选,须人确认才生效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82112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47288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6073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364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团队记忆必须人审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828800" y="38221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跨项目复用的经验,由负责人确认才沉淀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535424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0060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9606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18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外部连接器只读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828800" y="517550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对外系统只读取证,任何写操作都进人审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93445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934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市面上的 AI 助手拼能力,灵犀拼的是「可信」——每个结论都能回答从哪来、谁确认、能否撤回。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不是从零冒险:站在两个已验证项目的肩膀上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312E81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设计全周期工作台(已上线验证)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项目上下文 · 四层记忆治理 · 异步任务 · 来源追踪 · 人审 Inbox · 行为画像 · 会议 Copilot · 只读连接器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349240" cy="2834640"/>
          </a:xfrm>
          <a:prstGeom prst="roundRect">
            <a:avLst>
              <a:gd name="adj" fmla="val 4516"/>
            </a:avLst>
          </a:prstGeom>
          <a:solidFill>
            <a:srgbClr val="312E81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031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AgentMesh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36092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协同平台(原型验证)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46520" y="3108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 Agent · 黑板协同 · 系统级通用 Agent · 工具授权 · 风险四信号 · Inbox 人审</a:t>
            </a:r>
            <a:endParaRPr lang="en-US" sz="13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017520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4892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灵犀 = 继承被验证的机制 + 新增数字分身运行时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单一技术栈(TS/Express/PostgreSQL/React)· 单一事实源 · 无重型框架 · 黑客松周期可交付核心闭环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FUTURE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发展前景:从设计团队到组织操作系统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291840"/>
            <a:ext cx="819302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035808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黑客松 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2350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分身+能力+记忆+人审核心闭环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303580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98064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93976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试点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48256" y="422452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单设计团队真实项目跑通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30358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42232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协同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96512" y="2350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 A2A 受控协同闭环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94576" y="3035808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90488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自主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44768" y="422452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灰度放开受控自主性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303580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42832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38744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平台化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93024" y="2350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跨职能 + 能力开放 + 记忆联邦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257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愿景: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灵犀最终是企业的「组织操作系统」——每位员工都有分身,组织的经验、协作、决策在一个可信底座上自主生长。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557784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8932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53949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 Lingxi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每个人一个数字分身,组织智能自主生长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主动而不越权 · 可追溯 · 可撤回 · 越用越聪明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4754880" cy="640080"/>
          </a:xfrm>
          <a:prstGeom prst="roundRect">
            <a:avLst>
              <a:gd name="adj" fmla="val 48571"/>
            </a:avLst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51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让我们把时间还给创造。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灵犀 · 融合 DesignOS × AgentMesh · 2026 黑客松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灵犀 Lingxi 路演</dc:title>
  <dc:subject>PptxGenJS Presentation</dc:subject>
  <dc:creator>灵犀 Lingxi Team</dc:creator>
  <cp:lastModifiedBy>灵犀 Lingxi Team</cp:lastModifiedBy>
  <cp:revision>1</cp:revision>
  <dcterms:created xsi:type="dcterms:W3CDTF">2026-07-10T17:17:39Z</dcterms:created>
  <dcterms:modified xsi:type="dcterms:W3CDTF">2026-07-10T17:17:39Z</dcterms:modified>
</cp:coreProperties>
</file>