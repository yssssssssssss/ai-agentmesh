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灵犀 Lingxi</a:t>
            </a:r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技术 / 产品架构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以「员工数字分身」为核心的七层组织级 AI 协同架构 · 单一事实源 · 主动而不越权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39903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3075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接入层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98448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工作台 · 实时协同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703320" y="1234440"/>
            <a:ext cx="7818120" cy="65836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0" y="1371600"/>
            <a:ext cx="3689604" cy="384048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0" y="1371600"/>
            <a:ext cx="3689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工作台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94676" y="1371600"/>
            <a:ext cx="3689604" cy="384048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7694676" y="1371600"/>
            <a:ext cx="3689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实时协同流(WS)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860804"/>
            <a:ext cx="164592" cy="164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" y="1993392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5798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98448" y="20665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数字分身层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98448" y="23591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每员工一个分身 · 意图规划 · 能力编排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703320" y="1993392"/>
            <a:ext cx="7818120" cy="65836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840480" y="2130552"/>
            <a:ext cx="2404872" cy="384048"/>
          </a:xfrm>
          <a:prstGeom prst="roundRect">
            <a:avLst>
              <a:gd name="adj" fmla="val 21429"/>
            </a:avLst>
          </a:prstGeom>
          <a:solidFill>
            <a:srgbClr val="EDE9FE"/>
          </a:solidFill>
          <a:ln/>
        </p:spPr>
      </p:sp>
      <p:sp>
        <p:nvSpPr>
          <p:cNvPr id="20" name="Text 15"/>
          <p:cNvSpPr/>
          <p:nvPr/>
        </p:nvSpPr>
        <p:spPr>
          <a:xfrm>
            <a:off x="3840480" y="2130552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分身运行时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9944" y="2130552"/>
            <a:ext cx="2404872" cy="384048"/>
          </a:xfrm>
          <a:prstGeom prst="roundRect">
            <a:avLst>
              <a:gd name="adj" fmla="val 21429"/>
            </a:avLst>
          </a:prstGeom>
          <a:solidFill>
            <a:srgbClr val="EDE9FE"/>
          </a:solidFill>
          <a:ln/>
        </p:spPr>
      </p:sp>
      <p:sp>
        <p:nvSpPr>
          <p:cNvPr id="22" name="Text 17"/>
          <p:cNvSpPr/>
          <p:nvPr/>
        </p:nvSpPr>
        <p:spPr>
          <a:xfrm>
            <a:off x="6409944" y="2130552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意图规划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979408" y="2130552"/>
            <a:ext cx="2404872" cy="384048"/>
          </a:xfrm>
          <a:prstGeom prst="roundRect">
            <a:avLst>
              <a:gd name="adj" fmla="val 21429"/>
            </a:avLst>
          </a:prstGeom>
          <a:solidFill>
            <a:srgbClr val="EDE9FE"/>
          </a:solidFill>
          <a:ln/>
        </p:spPr>
      </p:sp>
      <p:sp>
        <p:nvSpPr>
          <p:cNvPr id="24" name="Text 19"/>
          <p:cNvSpPr/>
          <p:nvPr/>
        </p:nvSpPr>
        <p:spPr>
          <a:xfrm>
            <a:off x="8979408" y="2130552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协同协议</a:t>
            </a:r>
            <a:endParaRPr lang="en-US" sz="11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619756"/>
            <a:ext cx="164592" cy="16459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40080" y="2752344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916936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98448" y="282549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通用能力层 · 能力市场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298448" y="31181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 + 授权 · 高危默认关闭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3703320" y="2752344"/>
            <a:ext cx="7818120" cy="65836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840480" y="2889504"/>
            <a:ext cx="11201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/>
        </p:spPr>
      </p:sp>
      <p:sp>
        <p:nvSpPr>
          <p:cNvPr id="32" name="Text 25"/>
          <p:cNvSpPr/>
          <p:nvPr/>
        </p:nvSpPr>
        <p:spPr>
          <a:xfrm>
            <a:off x="3840480" y="2889504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125212" y="2889504"/>
            <a:ext cx="11201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/>
        </p:spPr>
      </p:sp>
      <p:sp>
        <p:nvSpPr>
          <p:cNvPr id="34" name="Text 27"/>
          <p:cNvSpPr/>
          <p:nvPr/>
        </p:nvSpPr>
        <p:spPr>
          <a:xfrm>
            <a:off x="5125212" y="2889504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409944" y="2889504"/>
            <a:ext cx="11201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/>
        </p:spPr>
      </p:sp>
      <p:sp>
        <p:nvSpPr>
          <p:cNvPr id="36" name="Text 29"/>
          <p:cNvSpPr/>
          <p:nvPr/>
        </p:nvSpPr>
        <p:spPr>
          <a:xfrm>
            <a:off x="6409944" y="2889504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7694676" y="2889504"/>
            <a:ext cx="11201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/>
        </p:spPr>
      </p:sp>
      <p:sp>
        <p:nvSpPr>
          <p:cNvPr id="38" name="Text 31"/>
          <p:cNvSpPr/>
          <p:nvPr/>
        </p:nvSpPr>
        <p:spPr>
          <a:xfrm>
            <a:off x="7694676" y="2889504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8979408" y="2889504"/>
            <a:ext cx="11201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/>
        </p:spPr>
      </p:sp>
      <p:sp>
        <p:nvSpPr>
          <p:cNvPr id="40" name="Text 33"/>
          <p:cNvSpPr/>
          <p:nvPr/>
        </p:nvSpPr>
        <p:spPr>
          <a:xfrm>
            <a:off x="8979408" y="2889504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10264140" y="2889504"/>
            <a:ext cx="11201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/>
        </p:spPr>
      </p:sp>
      <p:sp>
        <p:nvSpPr>
          <p:cNvPr id="42" name="Text 35"/>
          <p:cNvSpPr/>
          <p:nvPr/>
        </p:nvSpPr>
        <p:spPr>
          <a:xfrm>
            <a:off x="10264140" y="2889504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</a:t>
            </a:r>
            <a:endParaRPr lang="en-US" sz="11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3378708"/>
            <a:ext cx="164592" cy="164592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640080" y="3511296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B45309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3675888"/>
            <a:ext cx="329184" cy="32918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298448" y="35844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项目上下文层</a:t>
            </a:r>
            <a:endParaRPr lang="en-US" sz="1350" dirty="0"/>
          </a:p>
        </p:txBody>
      </p:sp>
      <p:sp>
        <p:nvSpPr>
          <p:cNvPr id="47" name="Text 38"/>
          <p:cNvSpPr/>
          <p:nvPr/>
        </p:nvSpPr>
        <p:spPr>
          <a:xfrm>
            <a:off x="1298448" y="38770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一切工作绑定项目 · 可追溯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3703320" y="3511296"/>
            <a:ext cx="7818120" cy="65836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3840480" y="3648456"/>
            <a:ext cx="2404872" cy="384048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/>
        </p:spPr>
      </p:sp>
      <p:sp>
        <p:nvSpPr>
          <p:cNvPr id="50" name="Text 41"/>
          <p:cNvSpPr/>
          <p:nvPr/>
        </p:nvSpPr>
        <p:spPr>
          <a:xfrm>
            <a:off x="3840480" y="364845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项目上下文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6409944" y="3648456"/>
            <a:ext cx="2404872" cy="384048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/>
        </p:spPr>
      </p:sp>
      <p:sp>
        <p:nvSpPr>
          <p:cNvPr id="52" name="Text 43"/>
          <p:cNvSpPr/>
          <p:nvPr/>
        </p:nvSpPr>
        <p:spPr>
          <a:xfrm>
            <a:off x="6409944" y="364845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时间线</a:t>
            </a:r>
            <a:endParaRPr lang="en-US" sz="1100" dirty="0"/>
          </a:p>
        </p:txBody>
      </p:sp>
      <p:sp>
        <p:nvSpPr>
          <p:cNvPr id="53" name="Shape 44"/>
          <p:cNvSpPr/>
          <p:nvPr/>
        </p:nvSpPr>
        <p:spPr>
          <a:xfrm>
            <a:off x="8979408" y="3648456"/>
            <a:ext cx="2404872" cy="384048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/>
        </p:spPr>
      </p:sp>
      <p:sp>
        <p:nvSpPr>
          <p:cNvPr id="54" name="Text 45"/>
          <p:cNvSpPr/>
          <p:nvPr/>
        </p:nvSpPr>
        <p:spPr>
          <a:xfrm>
            <a:off x="8979408" y="364845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 / 引用</a:t>
            </a:r>
            <a:endParaRPr lang="en-US" sz="1100" dirty="0"/>
          </a:p>
        </p:txBody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1680" y="4137660"/>
            <a:ext cx="164592" cy="164592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640080" y="4270248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" y="4434840"/>
            <a:ext cx="329184" cy="329184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1298448" y="4343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三级记忆层</a:t>
            </a:r>
            <a:endParaRPr lang="en-US" sz="1350" dirty="0"/>
          </a:p>
        </p:txBody>
      </p:sp>
      <p:sp>
        <p:nvSpPr>
          <p:cNvPr id="59" name="Text 48"/>
          <p:cNvSpPr/>
          <p:nvPr/>
        </p:nvSpPr>
        <p:spPr>
          <a:xfrm>
            <a:off x="1298448" y="4636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候选确认形成飞轮</a:t>
            </a:r>
            <a:endParaRPr lang="en-US" sz="850" dirty="0"/>
          </a:p>
        </p:txBody>
      </p:sp>
      <p:sp>
        <p:nvSpPr>
          <p:cNvPr id="60" name="Shape 49"/>
          <p:cNvSpPr/>
          <p:nvPr/>
        </p:nvSpPr>
        <p:spPr>
          <a:xfrm>
            <a:off x="3703320" y="4270248"/>
            <a:ext cx="7818120" cy="65836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3840480" y="4407408"/>
            <a:ext cx="1762506" cy="384048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/>
        </p:spPr>
      </p:sp>
      <p:sp>
        <p:nvSpPr>
          <p:cNvPr id="62" name="Text 51"/>
          <p:cNvSpPr/>
          <p:nvPr/>
        </p:nvSpPr>
        <p:spPr>
          <a:xfrm>
            <a:off x="3840480" y="4407408"/>
            <a:ext cx="1762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个人记忆</a:t>
            </a:r>
            <a:endParaRPr lang="en-US" sz="1100" dirty="0"/>
          </a:p>
        </p:txBody>
      </p:sp>
      <p:sp>
        <p:nvSpPr>
          <p:cNvPr id="63" name="Shape 52"/>
          <p:cNvSpPr/>
          <p:nvPr/>
        </p:nvSpPr>
        <p:spPr>
          <a:xfrm>
            <a:off x="5767578" y="4407408"/>
            <a:ext cx="1762506" cy="384048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/>
        </p:spPr>
      </p:sp>
      <p:sp>
        <p:nvSpPr>
          <p:cNvPr id="64" name="Text 53"/>
          <p:cNvSpPr/>
          <p:nvPr/>
        </p:nvSpPr>
        <p:spPr>
          <a:xfrm>
            <a:off x="5767578" y="4407408"/>
            <a:ext cx="1762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项目记忆</a:t>
            </a:r>
            <a:endParaRPr lang="en-US" sz="1100" dirty="0"/>
          </a:p>
        </p:txBody>
      </p:sp>
      <p:sp>
        <p:nvSpPr>
          <p:cNvPr id="65" name="Shape 54"/>
          <p:cNvSpPr/>
          <p:nvPr/>
        </p:nvSpPr>
        <p:spPr>
          <a:xfrm>
            <a:off x="7694676" y="4407408"/>
            <a:ext cx="1762506" cy="384048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/>
        </p:spPr>
      </p:sp>
      <p:sp>
        <p:nvSpPr>
          <p:cNvPr id="66" name="Text 55"/>
          <p:cNvSpPr/>
          <p:nvPr/>
        </p:nvSpPr>
        <p:spPr>
          <a:xfrm>
            <a:off x="7694676" y="4407408"/>
            <a:ext cx="1762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团队记忆</a:t>
            </a:r>
            <a:endParaRPr lang="en-US" sz="1100" dirty="0"/>
          </a:p>
        </p:txBody>
      </p:sp>
      <p:sp>
        <p:nvSpPr>
          <p:cNvPr id="67" name="Shape 56"/>
          <p:cNvSpPr/>
          <p:nvPr/>
        </p:nvSpPr>
        <p:spPr>
          <a:xfrm>
            <a:off x="9621774" y="4407408"/>
            <a:ext cx="1762506" cy="384048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/>
        </p:spPr>
      </p:sp>
      <p:sp>
        <p:nvSpPr>
          <p:cNvPr id="68" name="Text 57"/>
          <p:cNvSpPr/>
          <p:nvPr/>
        </p:nvSpPr>
        <p:spPr>
          <a:xfrm>
            <a:off x="9621774" y="4407408"/>
            <a:ext cx="1762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候选</a:t>
            </a:r>
            <a:endParaRPr lang="en-US" sz="1100" dirty="0"/>
          </a:p>
        </p:txBody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1680" y="4896612"/>
            <a:ext cx="164592" cy="164592"/>
          </a:xfrm>
          <a:prstGeom prst="rect">
            <a:avLst/>
          </a:prstGeom>
        </p:spPr>
      </p:pic>
      <p:sp>
        <p:nvSpPr>
          <p:cNvPr id="70" name="Shape 58"/>
          <p:cNvSpPr/>
          <p:nvPr/>
        </p:nvSpPr>
        <p:spPr>
          <a:xfrm>
            <a:off x="640080" y="5029200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BE123C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7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48" y="5193792"/>
            <a:ext cx="329184" cy="329184"/>
          </a:xfrm>
          <a:prstGeom prst="rect">
            <a:avLst/>
          </a:prstGeom>
        </p:spPr>
      </p:pic>
      <p:sp>
        <p:nvSpPr>
          <p:cNvPr id="72" name="Text 59"/>
          <p:cNvSpPr/>
          <p:nvPr/>
        </p:nvSpPr>
        <p:spPr>
          <a:xfrm>
            <a:off x="1298448" y="51023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治理与安全层</a:t>
            </a:r>
            <a:endParaRPr lang="en-US" sz="1350" dirty="0"/>
          </a:p>
        </p:txBody>
      </p:sp>
      <p:sp>
        <p:nvSpPr>
          <p:cNvPr id="73" name="Text 60"/>
          <p:cNvSpPr/>
          <p:nvPr/>
        </p:nvSpPr>
        <p:spPr>
          <a:xfrm>
            <a:off x="1298448" y="5394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主动而不越权 · 全程可审计</a:t>
            </a:r>
            <a:endParaRPr lang="en-US" sz="850" dirty="0"/>
          </a:p>
        </p:txBody>
      </p:sp>
      <p:sp>
        <p:nvSpPr>
          <p:cNvPr id="74" name="Shape 61"/>
          <p:cNvSpPr/>
          <p:nvPr/>
        </p:nvSpPr>
        <p:spPr>
          <a:xfrm>
            <a:off x="3703320" y="5029200"/>
            <a:ext cx="7818120" cy="65836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62"/>
          <p:cNvSpPr/>
          <p:nvPr/>
        </p:nvSpPr>
        <p:spPr>
          <a:xfrm>
            <a:off x="3840480" y="5166360"/>
            <a:ext cx="1762506" cy="384048"/>
          </a:xfrm>
          <a:prstGeom prst="roundRect">
            <a:avLst>
              <a:gd name="adj" fmla="val 21429"/>
            </a:avLst>
          </a:prstGeom>
          <a:solidFill>
            <a:srgbClr val="FFE4E6"/>
          </a:solidFill>
          <a:ln/>
        </p:spPr>
      </p:sp>
      <p:sp>
        <p:nvSpPr>
          <p:cNvPr id="76" name="Text 63"/>
          <p:cNvSpPr/>
          <p:nvPr/>
        </p:nvSpPr>
        <p:spPr>
          <a:xfrm>
            <a:off x="3840480" y="5166360"/>
            <a:ext cx="1762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人审 Inbox</a:t>
            </a:r>
            <a:endParaRPr lang="en-US" sz="1100" dirty="0"/>
          </a:p>
        </p:txBody>
      </p:sp>
      <p:sp>
        <p:nvSpPr>
          <p:cNvPr id="77" name="Shape 64"/>
          <p:cNvSpPr/>
          <p:nvPr/>
        </p:nvSpPr>
        <p:spPr>
          <a:xfrm>
            <a:off x="5767578" y="5166360"/>
            <a:ext cx="1762506" cy="384048"/>
          </a:xfrm>
          <a:prstGeom prst="roundRect">
            <a:avLst>
              <a:gd name="adj" fmla="val 21429"/>
            </a:avLst>
          </a:prstGeom>
          <a:solidFill>
            <a:srgbClr val="FFE4E6"/>
          </a:solidFill>
          <a:ln/>
        </p:spPr>
      </p:sp>
      <p:sp>
        <p:nvSpPr>
          <p:cNvPr id="78" name="Text 65"/>
          <p:cNvSpPr/>
          <p:nvPr/>
        </p:nvSpPr>
        <p:spPr>
          <a:xfrm>
            <a:off x="5767578" y="5166360"/>
            <a:ext cx="1762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风险四信号</a:t>
            </a:r>
            <a:endParaRPr lang="en-US" sz="1100" dirty="0"/>
          </a:p>
        </p:txBody>
      </p:sp>
      <p:sp>
        <p:nvSpPr>
          <p:cNvPr id="79" name="Shape 66"/>
          <p:cNvSpPr/>
          <p:nvPr/>
        </p:nvSpPr>
        <p:spPr>
          <a:xfrm>
            <a:off x="7694676" y="5166360"/>
            <a:ext cx="1762506" cy="384048"/>
          </a:xfrm>
          <a:prstGeom prst="roundRect">
            <a:avLst>
              <a:gd name="adj" fmla="val 21429"/>
            </a:avLst>
          </a:prstGeom>
          <a:solidFill>
            <a:srgbClr val="FFE4E6"/>
          </a:solidFill>
          <a:ln/>
        </p:spPr>
      </p:sp>
      <p:sp>
        <p:nvSpPr>
          <p:cNvPr id="80" name="Text 67"/>
          <p:cNvSpPr/>
          <p:nvPr/>
        </p:nvSpPr>
        <p:spPr>
          <a:xfrm>
            <a:off x="7694676" y="5166360"/>
            <a:ext cx="1762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能力授权</a:t>
            </a:r>
            <a:endParaRPr lang="en-US" sz="1100" dirty="0"/>
          </a:p>
        </p:txBody>
      </p:sp>
      <p:sp>
        <p:nvSpPr>
          <p:cNvPr id="81" name="Shape 68"/>
          <p:cNvSpPr/>
          <p:nvPr/>
        </p:nvSpPr>
        <p:spPr>
          <a:xfrm>
            <a:off x="9621774" y="5166360"/>
            <a:ext cx="1762506" cy="384048"/>
          </a:xfrm>
          <a:prstGeom prst="roundRect">
            <a:avLst>
              <a:gd name="adj" fmla="val 21429"/>
            </a:avLst>
          </a:prstGeom>
          <a:solidFill>
            <a:srgbClr val="FFE4E6"/>
          </a:solidFill>
          <a:ln/>
        </p:spPr>
      </p:sp>
      <p:sp>
        <p:nvSpPr>
          <p:cNvPr id="82" name="Text 69"/>
          <p:cNvSpPr/>
          <p:nvPr/>
        </p:nvSpPr>
        <p:spPr>
          <a:xfrm>
            <a:off x="9621774" y="5166360"/>
            <a:ext cx="1762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全程审计</a:t>
            </a:r>
            <a:endParaRPr lang="en-US" sz="1100" dirty="0"/>
          </a:p>
        </p:txBody>
      </p:sp>
      <p:pic>
        <p:nvPicPr>
          <p:cNvPr id="8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11680" y="5655564"/>
            <a:ext cx="164592" cy="164592"/>
          </a:xfrm>
          <a:prstGeom prst="rect">
            <a:avLst/>
          </a:prstGeom>
        </p:spPr>
      </p:pic>
      <p:sp>
        <p:nvSpPr>
          <p:cNvPr id="84" name="Shape 70"/>
          <p:cNvSpPr/>
          <p:nvPr/>
        </p:nvSpPr>
        <p:spPr>
          <a:xfrm>
            <a:off x="640080" y="5788152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1E1B4B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8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248" y="5952744"/>
            <a:ext cx="329184" cy="329184"/>
          </a:xfrm>
          <a:prstGeom prst="rect">
            <a:avLst/>
          </a:prstGeom>
        </p:spPr>
      </p:pic>
      <p:sp>
        <p:nvSpPr>
          <p:cNvPr id="86" name="Text 71"/>
          <p:cNvSpPr/>
          <p:nvPr/>
        </p:nvSpPr>
        <p:spPr>
          <a:xfrm>
            <a:off x="1298448" y="586130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数据与外部层</a:t>
            </a:r>
            <a:endParaRPr lang="en-US" sz="1350" dirty="0"/>
          </a:p>
        </p:txBody>
      </p:sp>
      <p:sp>
        <p:nvSpPr>
          <p:cNvPr id="87" name="Text 72"/>
          <p:cNvSpPr/>
          <p:nvPr/>
        </p:nvSpPr>
        <p:spPr>
          <a:xfrm>
            <a:off x="1298448" y="6153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单一事实源</a:t>
            </a:r>
            <a:endParaRPr lang="en-US" sz="850" dirty="0"/>
          </a:p>
        </p:txBody>
      </p:sp>
      <p:sp>
        <p:nvSpPr>
          <p:cNvPr id="88" name="Shape 73"/>
          <p:cNvSpPr/>
          <p:nvPr/>
        </p:nvSpPr>
        <p:spPr>
          <a:xfrm>
            <a:off x="3703320" y="5788152"/>
            <a:ext cx="7818120" cy="65836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Shape 74"/>
          <p:cNvSpPr/>
          <p:nvPr/>
        </p:nvSpPr>
        <p:spPr>
          <a:xfrm>
            <a:off x="3840480" y="5925312"/>
            <a:ext cx="1762506" cy="384048"/>
          </a:xfrm>
          <a:prstGeom prst="roundRect">
            <a:avLst>
              <a:gd name="adj" fmla="val 21429"/>
            </a:avLst>
          </a:prstGeom>
          <a:solidFill>
            <a:srgbClr val="E0E7FF"/>
          </a:solidFill>
          <a:ln/>
        </p:spPr>
      </p:sp>
      <p:sp>
        <p:nvSpPr>
          <p:cNvPr id="90" name="Text 75"/>
          <p:cNvSpPr/>
          <p:nvPr/>
        </p:nvSpPr>
        <p:spPr>
          <a:xfrm>
            <a:off x="3840480" y="5925312"/>
            <a:ext cx="1762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91" name="Shape 76"/>
          <p:cNvSpPr/>
          <p:nvPr/>
        </p:nvSpPr>
        <p:spPr>
          <a:xfrm>
            <a:off x="5767578" y="5925312"/>
            <a:ext cx="1762506" cy="384048"/>
          </a:xfrm>
          <a:prstGeom prst="roundRect">
            <a:avLst>
              <a:gd name="adj" fmla="val 21429"/>
            </a:avLst>
          </a:prstGeom>
          <a:solidFill>
            <a:srgbClr val="E0E7FF"/>
          </a:solidFill>
          <a:ln/>
        </p:spPr>
      </p:sp>
      <p:sp>
        <p:nvSpPr>
          <p:cNvPr id="92" name="Text 77"/>
          <p:cNvSpPr/>
          <p:nvPr/>
        </p:nvSpPr>
        <p:spPr>
          <a:xfrm>
            <a:off x="5767578" y="5925312"/>
            <a:ext cx="1762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93" name="Shape 78"/>
          <p:cNvSpPr/>
          <p:nvPr/>
        </p:nvSpPr>
        <p:spPr>
          <a:xfrm>
            <a:off x="7694676" y="5925312"/>
            <a:ext cx="1762506" cy="384048"/>
          </a:xfrm>
          <a:prstGeom prst="roundRect">
            <a:avLst>
              <a:gd name="adj" fmla="val 21429"/>
            </a:avLst>
          </a:prstGeom>
          <a:solidFill>
            <a:srgbClr val="E0E7FF"/>
          </a:solidFill>
          <a:ln/>
        </p:spPr>
      </p:sp>
      <p:sp>
        <p:nvSpPr>
          <p:cNvPr id="94" name="Text 79"/>
          <p:cNvSpPr/>
          <p:nvPr/>
        </p:nvSpPr>
        <p:spPr>
          <a:xfrm>
            <a:off x="7694676" y="5925312"/>
            <a:ext cx="1762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 ASR</a:t>
            </a:r>
            <a:endParaRPr lang="en-US" sz="1100" dirty="0"/>
          </a:p>
        </p:txBody>
      </p:sp>
      <p:sp>
        <p:nvSpPr>
          <p:cNvPr id="95" name="Shape 80"/>
          <p:cNvSpPr/>
          <p:nvPr/>
        </p:nvSpPr>
        <p:spPr>
          <a:xfrm>
            <a:off x="9621774" y="5925312"/>
            <a:ext cx="1762506" cy="384048"/>
          </a:xfrm>
          <a:prstGeom prst="roundRect">
            <a:avLst>
              <a:gd name="adj" fmla="val 21429"/>
            </a:avLst>
          </a:prstGeom>
          <a:solidFill>
            <a:srgbClr val="E0E7FF"/>
          </a:solidFill>
          <a:ln/>
        </p:spPr>
      </p:sp>
      <p:sp>
        <p:nvSpPr>
          <p:cNvPr id="96" name="Text 81"/>
          <p:cNvSpPr/>
          <p:nvPr/>
        </p:nvSpPr>
        <p:spPr>
          <a:xfrm>
            <a:off x="9621774" y="5925312"/>
            <a:ext cx="1762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只读连接器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2026-07-13T07:17:51Z</dcterms:created>
  <dcterms:modified xsi:type="dcterms:W3CDTF">2026-07-13T07:17:51Z</dcterms:modified>
</cp:coreProperties>
</file>